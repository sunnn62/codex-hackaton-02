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6062472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685800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DCE8FF"/>
          </a:solidFill>
          <a:ln w="12700">
            <a:solidFill>
              <a:srgbClr val="DCE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74980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PERSONAFLIGHT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9710928" y="1097280"/>
            <a:ext cx="1243584" cy="1243584"/>
          </a:xfrm>
          <a:prstGeom prst="ellipse">
            <a:avLst/>
          </a:prstGeom>
          <a:solidFill>
            <a:srgbClr val="DCE8FF"/>
          </a:solidFill>
          <a:ln w="12700">
            <a:solidFill>
              <a:srgbClr val="DCE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96144" y="1572768"/>
            <a:ext cx="694944" cy="694944"/>
          </a:xfrm>
          <a:prstGeom prst="ellipse">
            <a:avLst/>
          </a:prstGeom>
          <a:solidFill>
            <a:srgbClr val="EAE6FF"/>
          </a:solidFill>
          <a:ln w="12700">
            <a:solidFill>
              <a:srgbClr val="EAE6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90304" y="2322576"/>
            <a:ext cx="402336" cy="402336"/>
          </a:xfrm>
          <a:prstGeom prst="ellipse">
            <a:avLst/>
          </a:prstGeom>
          <a:solidFill>
            <a:srgbClr val="9CB8FA"/>
          </a:solidFill>
          <a:ln w="12700">
            <a:solidFill>
              <a:srgbClr val="9CB8F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572768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전 UX 회귀를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증거로 확인한다</a:t>
            </a:r>
            <a:endParaRPr lang="en-US" sz="370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6858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의견형 AI 리포트가 아닌, 화면 · 행동 · 코드 diff를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Flight Record로 남기는 pre-release workspace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4818888"/>
            <a:ext cx="3840480" cy="987552"/>
          </a:xfrm>
          <a:prstGeom prst="roundRect">
            <a:avLst>
              <a:gd name="adj" fmla="val 7407"/>
            </a:avLst>
          </a:prstGeom>
          <a:solidFill>
            <a:srgbClr val="EFF5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50657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DEMO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70432" y="534009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FocusList · 3 conditions · replay verdict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606247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2  ·  Codex Hackathon 02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2237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피드백은 쉽게 나오지만, 출시 판정은 남지 않는다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조건에서 무엇이 바뀌었는지 확인할 수 있어야 팀이 다시 판단할 수 있습니다.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2441448"/>
            <a:ext cx="3337560" cy="2889504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249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“좋아 보입니다”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877056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재현 조건 없음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근거가 흩어짐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다음 배포에서 다시 확인 불가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43984" y="2441448"/>
            <a:ext cx="3337560" cy="2889504"/>
          </a:xfrm>
          <a:prstGeom prst="roundRect">
            <a:avLst>
              <a:gd name="adj" fmla="val 2532"/>
            </a:avLst>
          </a:prstGeom>
          <a:solidFill>
            <a:srgbClr val="EFF5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016" y="27249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PERSONAFLIGHT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00016" y="31089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가능한 기록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0016" y="3877056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동일한 페르소나와 조건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 · 행동 · 코드 근거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replay 가능한 Flight Record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2441448"/>
            <a:ext cx="3337560" cy="2889504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27249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OUTCOME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85632" y="31089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전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가능한 verdict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85632" y="3877056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· no-change · regressed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partial은 불확실성을 숨기지 않습니다.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6473952"/>
            <a:ext cx="1089964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583680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PersonaFlight · Codex Hackathon 02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0991088" y="6583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2237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프로젝트를 선택하고, 같은 조건으로 다시 비행합니다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MVP의 고정 데모 시나리오: FocusList에서 세 가지 fault condition을 비교합니다.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2852928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1272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35021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00507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FocusList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시나리오 선택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08960" y="36758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65576" y="2852928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31272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21608" y="35021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21608" y="400507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Touch · Patience ·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Inference를 가진 사용자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16168" y="36758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72784" y="2852928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EFF5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31272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28816" y="35021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28816" y="400507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task와 condition으로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기록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23376" y="36758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079992" y="2852928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31272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36024" y="35021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36024" y="400507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/ after evidence로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verdict 확인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5239512"/>
            <a:ext cx="10899648" cy="548640"/>
          </a:xfrm>
          <a:prstGeom prst="roundRect">
            <a:avLst>
              <a:gd name="adj" fmla="val 13333"/>
            </a:avLst>
          </a:prstGeom>
          <a:solidFill>
            <a:srgbClr val="0A1B33"/>
          </a:solidFill>
          <a:ln w="12700">
            <a:solidFill>
              <a:srgbClr val="0A1B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422392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‘다른 테스트’가 아니라, 같은 mission · 같은 condition을 유지한 증거 비교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" y="6473952"/>
            <a:ext cx="1089964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6583680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PersonaFlight · Codex Hackathon 02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10991088" y="6583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UI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2237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밝고 차분한 workspace, 복잡한 판정은 카드 안으로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PersonaFlight의 블루 UI 언어를 발표자료에도 그대로 이어갑니다.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2340864"/>
            <a:ext cx="10899648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6700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PersonaFlight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59952" y="2587752"/>
            <a:ext cx="1920240" cy="356616"/>
          </a:xfrm>
          <a:prstGeom prst="roundRect">
            <a:avLst>
              <a:gd name="adj" fmla="val 20513"/>
            </a:avLst>
          </a:prstGeom>
          <a:solidFill>
            <a:srgbClr val="0A1B33"/>
          </a:solidFill>
          <a:ln w="12700">
            <a:solidFill>
              <a:srgbClr val="0A1B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88552" y="2715768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비행 시작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32688" y="31729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전에, 실제 사용 조건에서 다시 확인하세요.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36393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· 페르소나 · replay 기록을 한 작업 공간에서 연결합니다.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32688" y="4233672"/>
            <a:ext cx="3017520" cy="1207008"/>
          </a:xfrm>
          <a:prstGeom prst="roundRect">
            <a:avLst>
              <a:gd name="adj" fmla="val 6061"/>
            </a:avLst>
          </a:prstGeom>
          <a:solidFill>
            <a:srgbClr val="EFF5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44622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 PROJECT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61288" y="47365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FocusList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61288" y="5175504"/>
            <a:ext cx="2487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준비된 scenario로 바로 시작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206240" y="4233672"/>
            <a:ext cx="3017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44622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4840" y="47365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사용자 관점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34840" y="5175504"/>
            <a:ext cx="2487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touch · patience · inference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7479792" y="4233672"/>
            <a:ext cx="3017520" cy="1207008"/>
          </a:xfrm>
          <a:prstGeom prst="roundRect">
            <a:avLst>
              <a:gd name="adj" fmla="val 6061"/>
            </a:avLst>
          </a:prstGeom>
          <a:solidFill>
            <a:srgbClr val="DCE8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08392" y="44622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 RECORD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08392" y="47365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required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08392" y="5175504"/>
            <a:ext cx="2487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판정의 이유까지 함께 남김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58368" y="6473952"/>
            <a:ext cx="1089964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583680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PersonaFlight · Codex Hackathon 02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10991088" y="6583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90-SECOND DEMO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2237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FocusList를 세 조건에서 재현하고, 결과를 Flight Record로 남깁니다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데모는 실제 UI 흐름을 따라가며, 마지막에 evidence가 부족하면 HOLD로 멈춥니다.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2660904"/>
            <a:ext cx="3145536" cy="1755648"/>
          </a:xfrm>
          <a:prstGeom prst="roundRect">
            <a:avLst>
              <a:gd name="adj" fmla="val 4167"/>
            </a:avLst>
          </a:prstGeom>
          <a:solidFill>
            <a:srgbClr val="EFF5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26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331927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Touch-only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Small viewport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터치 입력만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069080" y="2660904"/>
            <a:ext cx="3145536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2926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25112" y="331927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 patience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25112" y="374904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Delayed feedback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인내도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479792" y="2660904"/>
            <a:ext cx="3145536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2926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35824" y="331927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Reduced inference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35824" y="374904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Ambiguous copy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추론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58368" y="4800600"/>
            <a:ext cx="10899648" cy="960120"/>
          </a:xfrm>
          <a:prstGeom prst="roundRect">
            <a:avLst>
              <a:gd name="adj" fmla="val 7619"/>
            </a:avLst>
          </a:prstGeom>
          <a:solidFill>
            <a:srgbClr val="0A1B33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65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FLIGHT RECORD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53675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+ 행동 + 코드 diff + 동일 조건 → verdict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9217152" y="507492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E96D66"/>
          </a:solidFill>
          <a:ln w="12700">
            <a:solidFill>
              <a:srgbClr val="E96D6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5239512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 · evidence required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58368" y="6473952"/>
            <a:ext cx="1089964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6583680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PersonaFlight · Codex Hackathon 02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10991088" y="6583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ORCHESTRATION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2237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결정하고, Codex가 병렬 구현·검증을 맡았습니다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협업 기록 자체가 제품 신뢰성의 일부가 되도록 역할과 통합 지점을 분리했습니다.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2724912"/>
            <a:ext cx="2423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9992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6112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Lead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계약 · API 조립 · 최종 통합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465576" y="2724912"/>
            <a:ext cx="2423160" cy="2011680"/>
          </a:xfrm>
          <a:prstGeom prst="roundRect">
            <a:avLst>
              <a:gd name="adj" fmla="val 3636"/>
            </a:avLst>
          </a:prstGeom>
          <a:solidFill>
            <a:srgbClr val="EFF5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9992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0332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/ Flight Record UI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 workspace · 반응형 UI · 애니메이션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272784" y="2724912"/>
            <a:ext cx="2423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9992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10528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/ Replay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0528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conditions · evidence gate · verdict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079992" y="2724912"/>
            <a:ext cx="2423160" cy="2011680"/>
          </a:xfrm>
          <a:prstGeom prst="roundRect">
            <a:avLst>
              <a:gd name="adj" fmla="val 3636"/>
            </a:avLst>
          </a:prstGeom>
          <a:solidFill>
            <a:srgbClr val="DCE8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7736" y="29992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17736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/ Demo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17736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· 접근성 · 발표 자료 · 영상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658368" y="535838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658368" y="56235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분리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2926080" y="535838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PARALLEL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2926080" y="56235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branch / worktree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5193792" y="535838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5193792" y="56235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PR 피드백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7461504" y="535838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INTEGRATE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7461504" y="56235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integration에서 데모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58368" y="6473952"/>
            <a:ext cx="1089964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6583680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PersonaFlight · Codex Hackathon 02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0991088" y="6583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TRUST, WITH HONEST BOUNDARIES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2237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작동하는 핵심 흐름과 MVP의 경계를 함께 보여줍니다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데모에서 보이는 것만 약속하고, 다음 단계는 Flight Record를 실제 프로젝트에 연결하는 일입니다.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2587752"/>
            <a:ext cx="5138928" cy="2852928"/>
          </a:xfrm>
          <a:prstGeom prst="roundRect">
            <a:avLst>
              <a:gd name="adj" fmla="val 2564"/>
            </a:avLst>
          </a:prstGeom>
          <a:solidFill>
            <a:srgbClr val="EFF5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6207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WORKS 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32552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FocusList vertical demo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14400" y="3822192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선택 → persona → feedback → replay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세 fault condition을 같은 mission으로 비교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evidence가 부족하면 verdict를 확정하지 않음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6400800" y="2587752"/>
            <a:ext cx="5157216" cy="285292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28620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BOUNDARY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56832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Flight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656832" y="3822192"/>
            <a:ext cx="4251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외부 폴더와 GitHub 연결은 현재 안내 UI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실제 프로젝트에서 자동 evidence 수집 확장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팀별 배포 전 replay를 기본 workflow로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658368" y="6473952"/>
            <a:ext cx="1089964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6583680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PersonaFlight · Codex Hackathon 02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10991088" y="6583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526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6062472"/>
          </a:xfrm>
          <a:prstGeom prst="roundRect">
            <a:avLst>
              <a:gd name="adj" fmla="val 1207"/>
            </a:avLst>
          </a:prstGeom>
          <a:solidFill>
            <a:srgbClr val="0A1B33"/>
          </a:solidFill>
          <a:ln w="12700">
            <a:solidFill>
              <a:srgbClr val="0A1B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731520"/>
            <a:ext cx="1664208" cy="265176"/>
          </a:xfrm>
          <a:prstGeom prst="roundRect">
            <a:avLst>
              <a:gd name="adj" fmla="val 27586"/>
            </a:avLst>
          </a:prstGeom>
          <a:solidFill>
            <a:srgbClr val="334E68"/>
          </a:solidFill>
          <a:ln w="12700">
            <a:solidFill>
              <a:srgbClr val="334E6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" y="795528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PERSONAFLIGHT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914400" y="1591056"/>
            <a:ext cx="7406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전에는,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느낌 대신 기록으로 확인합니다.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41832" y="340156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→ Persona → Session → Flight Record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3959352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조건을 다시 비행하고,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근거를 보고 배포를 결정할 수 있게.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522208" y="4187952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FF5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439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E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96528" y="48006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5971032"/>
            <a:ext cx="2304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DC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· Demo · Deck</a:t>
            </a:r>
            <a:endParaRPr lang="en-US" sz="7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Codex Hackathon 02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PersonaFlight — UX regression, evidenced</dc:title>
  <dc:subject>PersonaFlight product presentation</dc:subject>
  <dc:creator>Team 2</dc:creator>
  <cp:lastModifiedBy>Team 2</cp:lastModifiedBy>
  <cp:revision>1</cp:revision>
  <dcterms:created xsi:type="dcterms:W3CDTF">2026-08-17T15:14:48Z</dcterms:created>
  <dcterms:modified xsi:type="dcterms:W3CDTF">2026-08-17T15:14:48Z</dcterms:modified>
</cp:coreProperties>
</file>